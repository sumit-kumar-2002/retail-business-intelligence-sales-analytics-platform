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63" r:id="rId3"/>
    <p:sldId id="262" r:id="rId4"/>
    <p:sldId id="257" r:id="rId5"/>
    <p:sldId id="258"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580" autoAdjust="0"/>
    <p:restoredTop sz="86410" autoAdjust="0"/>
  </p:normalViewPr>
  <p:slideViewPr>
    <p:cSldViewPr snapToGrid="0" snapToObjects="1">
      <p:cViewPr varScale="1">
        <p:scale>
          <a:sx n="63" d="100"/>
          <a:sy n="63" d="100"/>
        </p:scale>
        <p:origin x="52" y="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B5C87-AF14-463E-BCDC-9CC80E0BBB57}" type="datetimeFigureOut">
              <a:rPr lang="en-IN" smtClean="0"/>
              <a:t>15-07-2026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7DD7B-3428-4C07-9D74-7566CA0CE26D}" type="slidenum">
              <a:rPr lang="en-IN" smtClean="0"/>
              <a:t>‹#›</a:t>
            </a:fld>
            <a:endParaRPr lang="en-IN"/>
          </a:p>
        </p:txBody>
      </p:sp>
    </p:spTree>
    <p:extLst>
      <p:ext uri="{BB962C8B-B14F-4D97-AF65-F5344CB8AC3E}">
        <p14:creationId xmlns:p14="http://schemas.microsoft.com/office/powerpoint/2010/main" val="1506498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57DD7B-3428-4C07-9D74-7566CA0CE26D}" type="slidenum">
              <a:rPr lang="en-IN" smtClean="0"/>
              <a:t>1</a:t>
            </a:fld>
            <a:endParaRPr lang="en-IN"/>
          </a:p>
        </p:txBody>
      </p:sp>
    </p:spTree>
    <p:extLst>
      <p:ext uri="{BB962C8B-B14F-4D97-AF65-F5344CB8AC3E}">
        <p14:creationId xmlns:p14="http://schemas.microsoft.com/office/powerpoint/2010/main" val="245808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13549-AAFD-AF16-7E77-5E05157FE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3FAB0-AF7D-0466-29C5-58588E179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92899-850C-45A0-E2C1-5A35B766D8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3305DE-5954-BF01-1951-4D32BD557DD4}"/>
              </a:ext>
            </a:extLst>
          </p:cNvPr>
          <p:cNvSpPr>
            <a:spLocks noGrp="1"/>
          </p:cNvSpPr>
          <p:nvPr>
            <p:ph type="sldNum" sz="quarter" idx="5"/>
          </p:nvPr>
        </p:nvSpPr>
        <p:spPr/>
        <p:txBody>
          <a:bodyPr/>
          <a:lstStyle/>
          <a:p>
            <a:fld id="{4D57DD7B-3428-4C07-9D74-7566CA0CE26D}" type="slidenum">
              <a:rPr lang="en-IN" smtClean="0"/>
              <a:t>2</a:t>
            </a:fld>
            <a:endParaRPr lang="en-IN"/>
          </a:p>
        </p:txBody>
      </p:sp>
    </p:spTree>
    <p:extLst>
      <p:ext uri="{BB962C8B-B14F-4D97-AF65-F5344CB8AC3E}">
        <p14:creationId xmlns:p14="http://schemas.microsoft.com/office/powerpoint/2010/main" val="391088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92CBF-478F-1D43-C6E4-F0D396BA9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30A04-D40E-8914-DE55-B78FB3BC9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EC0C9-D980-68EF-A494-5E1811E164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2782ED-65C7-BD8F-6011-96338608C4F7}"/>
              </a:ext>
            </a:extLst>
          </p:cNvPr>
          <p:cNvSpPr>
            <a:spLocks noGrp="1"/>
          </p:cNvSpPr>
          <p:nvPr>
            <p:ph type="sldNum" sz="quarter" idx="5"/>
          </p:nvPr>
        </p:nvSpPr>
        <p:spPr/>
        <p:txBody>
          <a:bodyPr/>
          <a:lstStyle/>
          <a:p>
            <a:fld id="{4D57DD7B-3428-4C07-9D74-7566CA0CE26D}" type="slidenum">
              <a:rPr lang="en-IN" smtClean="0"/>
              <a:t>3</a:t>
            </a:fld>
            <a:endParaRPr lang="en-IN"/>
          </a:p>
        </p:txBody>
      </p:sp>
    </p:spTree>
    <p:extLst>
      <p:ext uri="{BB962C8B-B14F-4D97-AF65-F5344CB8AC3E}">
        <p14:creationId xmlns:p14="http://schemas.microsoft.com/office/powerpoint/2010/main" val="2083565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Total Sales 💰</a:t>
            </a:r>
            <a:endParaRPr dirty="0"/>
          </a:p>
          <a:p>
            <a:r>
              <a:rPr b="0" dirty="0"/>
              <a:t>No alt text provided</a:t>
            </a:r>
            <a:endParaRPr dirty="0"/>
          </a:p>
          <a:p>
            <a:endParaRPr dirty="0"/>
          </a:p>
          <a:p>
            <a:r>
              <a:rPr b="1" dirty="0"/>
              <a:t>Total Orders 📦</a:t>
            </a:r>
            <a:endParaRPr dirty="0"/>
          </a:p>
          <a:p>
            <a:r>
              <a:rPr b="0" dirty="0"/>
              <a:t>No alt text provided</a:t>
            </a:r>
            <a:endParaRPr dirty="0"/>
          </a:p>
          <a:p>
            <a:endParaRPr dirty="0"/>
          </a:p>
          <a:p>
            <a:r>
              <a:rPr b="1" dirty="0"/>
              <a:t>Total Customer 👥</a:t>
            </a:r>
            <a:endParaRPr dirty="0"/>
          </a:p>
          <a:p>
            <a:r>
              <a:rPr b="0" dirty="0"/>
              <a:t>No alt text provided</a:t>
            </a:r>
            <a:endParaRPr dirty="0"/>
          </a:p>
          <a:p>
            <a:endParaRPr dirty="0"/>
          </a:p>
          <a:p>
            <a:r>
              <a:rPr b="1" dirty="0"/>
              <a:t>Avg Order Value 💰</a:t>
            </a:r>
            <a:endParaRPr dirty="0"/>
          </a:p>
          <a:p>
            <a:r>
              <a:rPr b="0" dirty="0"/>
              <a:t>No alt text provided</a:t>
            </a:r>
            <a:endParaRPr dirty="0"/>
          </a:p>
          <a:p>
            <a:endParaRPr dirty="0"/>
          </a:p>
          <a:p>
            <a:r>
              <a:rPr b="1" dirty="0"/>
              <a:t>Profit Margin %🛒</a:t>
            </a:r>
            <a:endParaRPr dirty="0"/>
          </a:p>
          <a:p>
            <a:r>
              <a:rPr b="0" dirty="0"/>
              <a:t>No alt text provided</a:t>
            </a:r>
            <a:endParaRPr dirty="0"/>
          </a:p>
          <a:p>
            <a:endParaRPr dirty="0"/>
          </a:p>
          <a:p>
            <a:r>
              <a:rPr b="1" dirty="0"/>
              <a:t>Total Profit 📈</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Total Sales by Category</a:t>
            </a:r>
            <a:endParaRPr dirty="0"/>
          </a:p>
          <a:p>
            <a:r>
              <a:rPr b="0" dirty="0"/>
              <a:t>No alt text provided</a:t>
            </a:r>
            <a:endParaRPr dirty="0"/>
          </a:p>
          <a:p>
            <a:endParaRPr dirty="0"/>
          </a:p>
          <a:p>
            <a:r>
              <a:rPr b="1" dirty="0"/>
              <a:t>State By Sales</a:t>
            </a:r>
            <a:endParaRPr dirty="0"/>
          </a:p>
          <a:p>
            <a:r>
              <a:rPr b="0" dirty="0"/>
              <a:t>No alt text provided</a:t>
            </a:r>
            <a:endParaRPr dirty="0"/>
          </a:p>
          <a:p>
            <a:endParaRPr dirty="0"/>
          </a:p>
          <a:p>
            <a:r>
              <a:rPr b="1" dirty="0"/>
              <a:t>Top 10 Product Name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Customer Count</a:t>
            </a:r>
            <a:endParaRPr dirty="0"/>
          </a:p>
          <a:p>
            <a:r>
              <a:rPr b="0" dirty="0"/>
              <a:t>No alt text provided</a:t>
            </a:r>
            <a:endParaRPr dirty="0"/>
          </a:p>
          <a:p>
            <a:endParaRPr dirty="0"/>
          </a:p>
          <a:p>
            <a:r>
              <a:rPr b="1" dirty="0"/>
              <a:t>Avg Profit Per Customer</a:t>
            </a:r>
            <a:endParaRPr dirty="0"/>
          </a:p>
          <a:p>
            <a:r>
              <a:rPr b="0" dirty="0"/>
              <a:t>No alt text provided</a:t>
            </a:r>
            <a:endParaRPr dirty="0"/>
          </a:p>
          <a:p>
            <a:endParaRPr dirty="0"/>
          </a:p>
          <a:p>
            <a:r>
              <a:rPr b="1" dirty="0"/>
              <a:t>Avg Sales Per Customer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Top 10 Sales by Customer Name</a:t>
            </a:r>
            <a:endParaRPr dirty="0"/>
          </a:p>
          <a:p>
            <a:r>
              <a:rPr b="0" dirty="0"/>
              <a:t>No alt text provided</a:t>
            </a:r>
            <a:endParaRPr dirty="0"/>
          </a:p>
          <a:p>
            <a:endParaRPr dirty="0"/>
          </a:p>
          <a:p>
            <a:r>
              <a:rPr b="1" dirty="0"/>
              <a:t>Total Sales Distribution By Customer </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Total Products</a:t>
            </a:r>
            <a:endParaRPr dirty="0"/>
          </a:p>
          <a:p>
            <a:r>
              <a:rPr b="0" dirty="0"/>
              <a:t>No alt text provided</a:t>
            </a:r>
            <a:endParaRPr dirty="0"/>
          </a:p>
          <a:p>
            <a:endParaRPr dirty="0"/>
          </a:p>
          <a:p>
            <a:r>
              <a:rPr b="1" dirty="0"/>
              <a:t>Total Quantity</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Top 5 Sales By Product Name</a:t>
            </a:r>
            <a:endParaRPr dirty="0"/>
          </a:p>
          <a:p>
            <a:r>
              <a:rPr b="0" dirty="0"/>
              <a:t>No alt text provided</a:t>
            </a:r>
            <a:endParaRPr dirty="0"/>
          </a:p>
          <a:p>
            <a:endParaRPr dirty="0"/>
          </a:p>
          <a:p>
            <a:r>
              <a:rPr b="1" dirty="0"/>
              <a:t>Buttom 5 Sales By Product Name</a:t>
            </a:r>
            <a:endParaRPr dirty="0"/>
          </a:p>
          <a:p>
            <a:r>
              <a:rPr b="0" dirty="0"/>
              <a:t>No alt text provided</a:t>
            </a:r>
            <a:endParaRPr dirty="0"/>
          </a:p>
          <a:p>
            <a:endParaRPr dirty="0"/>
          </a:p>
          <a:p>
            <a:r>
              <a:rPr b="1" dirty="0"/>
              <a:t>Total Profit by Category</a:t>
            </a:r>
            <a:endParaRPr dirty="0"/>
          </a:p>
          <a:p>
            <a:r>
              <a:rPr b="0" dirty="0"/>
              <a:t>No alt text provided</a:t>
            </a:r>
            <a:endParaRPr dirty="0"/>
          </a:p>
          <a:p>
            <a:endParaRPr dirty="0"/>
          </a:p>
          <a:p>
            <a:r>
              <a:rPr b="1" dirty="0"/>
              <a:t>Total Quantity by Sub-Category</a:t>
            </a:r>
            <a:endParaRPr dirty="0"/>
          </a:p>
          <a:p>
            <a:r>
              <a:rPr b="0" dirty="0"/>
              <a:t>No alt text provided</a:t>
            </a:r>
            <a:endParaRPr dirty="0"/>
          </a:p>
          <a:p>
            <a:endParaRPr dirty="0"/>
          </a:p>
          <a:p>
            <a:r>
              <a:rPr b="1" dirty="0"/>
              <a:t>Sum of Discount</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Total State</a:t>
            </a:r>
            <a:endParaRPr dirty="0"/>
          </a:p>
          <a:p>
            <a:r>
              <a:rPr b="0" dirty="0"/>
              <a:t>No alt text provided</a:t>
            </a:r>
            <a:endParaRPr dirty="0"/>
          </a:p>
          <a:p>
            <a:endParaRPr dirty="0"/>
          </a:p>
          <a:p>
            <a:r>
              <a:rPr b="1" dirty="0"/>
              <a:t>Total Region</a:t>
            </a:r>
            <a:endParaRPr dirty="0"/>
          </a:p>
          <a:p>
            <a:r>
              <a:rPr b="0" dirty="0"/>
              <a:t>No alt text provided</a:t>
            </a:r>
            <a:endParaRPr dirty="0"/>
          </a:p>
          <a:p>
            <a:endParaRPr dirty="0"/>
          </a:p>
          <a:p>
            <a:r>
              <a:rPr b="1" dirty="0"/>
              <a:t>Total Sales By State</a:t>
            </a:r>
            <a:endParaRPr dirty="0"/>
          </a:p>
          <a:p>
            <a:r>
              <a:rPr b="0" dirty="0"/>
              <a:t>No alt text provided</a:t>
            </a:r>
            <a:endParaRPr dirty="0"/>
          </a:p>
          <a:p>
            <a:endParaRPr dirty="0"/>
          </a:p>
          <a:p>
            <a:r>
              <a:rPr b="1" dirty="0"/>
              <a:t>Total Sales By State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Total Sales by Region</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7/15/2026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app.powerbi.com/groups/me/reports/fe726111-b198-4317-9d10-62a677d1615d?pbi_source=PowerPoin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fe726111-b198-4317-9d10-62a677d1615d/?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fe726111-b198-4317-9d10-62a677d1615d/?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fe726111-b198-4317-9d10-62a677d1615d/?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fe726111-b198-4317-9d10-62a677d1615d/?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Retail Business Intelligence &amp; Sales Analytics Platform</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4"/>
              </a:rPr>
              <a:t>View in Power BI</a:t>
            </a:r>
            <a:endParaRPr lang="en-US" dirty="0">
              <a:solidFill>
                <a:schemeClr val="bg1"/>
              </a:solidFill>
            </a:endParaRPr>
          </a:p>
        </p:txBody>
      </p:sp>
      <p:pic>
        <p:nvPicPr>
          <p:cNvPr id="16" name="Picture 15" descr="Microsoft Power BI"/>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FCE9C38-7E15-634E-8EF1-34F6A4C566A9}"/>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5CDEC6-0945-E052-9015-4E0E8C53EC4B}"/>
              </a:ext>
            </a:extLst>
          </p:cNvPr>
          <p:cNvSpPr txBox="1">
            <a:spLocks noGrp="1"/>
          </p:cNvSpPr>
          <p:nvPr>
            <p:ph type="title" idx="4294967295"/>
          </p:nvPr>
        </p:nvSpPr>
        <p:spPr>
          <a:xfrm>
            <a:off x="343224" y="5945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rPr>
              <a:t>Retail Business Intelligence &amp; Sales Analytics Platform</a:t>
            </a:r>
          </a:p>
        </p:txBody>
      </p:sp>
      <p:sp>
        <p:nvSpPr>
          <p:cNvPr id="2" name="TextBox 1">
            <a:extLst>
              <a:ext uri="{FF2B5EF4-FFF2-40B4-BE49-F238E27FC236}">
                <a16:creationId xmlns:a16="http://schemas.microsoft.com/office/drawing/2014/main" id="{3C9BBC84-178F-6A90-4BBA-D435F1D88A53}"/>
              </a:ext>
            </a:extLst>
          </p:cNvPr>
          <p:cNvSpPr txBox="1"/>
          <p:nvPr/>
        </p:nvSpPr>
        <p:spPr>
          <a:xfrm>
            <a:off x="467360" y="1467931"/>
            <a:ext cx="10678160" cy="3785652"/>
          </a:xfrm>
          <a:prstGeom prst="rect">
            <a:avLst/>
          </a:prstGeom>
          <a:noFill/>
        </p:spPr>
        <p:txBody>
          <a:bodyPr wrap="square" rtlCol="0">
            <a:spAutoFit/>
          </a:bodyPr>
          <a:lstStyle/>
          <a:p>
            <a:r>
              <a:rPr lang="en-IN" b="1" dirty="0">
                <a:solidFill>
                  <a:schemeClr val="bg1"/>
                </a:solidFill>
              </a:rPr>
              <a:t>Objective:-</a:t>
            </a:r>
          </a:p>
          <a:p>
            <a:endParaRPr lang="en-IN" dirty="0">
              <a:solidFill>
                <a:schemeClr val="bg1"/>
              </a:solidFill>
            </a:endParaRPr>
          </a:p>
          <a:p>
            <a:r>
              <a:rPr lang="en-IN" sz="2000" dirty="0">
                <a:solidFill>
                  <a:schemeClr val="bg1"/>
                </a:solidFill>
              </a:rPr>
              <a:t>Develop an end-to-end Business Intelligence solution to analyse retail sales performance, customer behaviour, product profitability, and regional trends using SQL, Python, and Power BI.</a:t>
            </a:r>
          </a:p>
          <a:p>
            <a:endParaRPr lang="en-IN" sz="2000" dirty="0">
              <a:solidFill>
                <a:schemeClr val="bg1"/>
              </a:solidFill>
            </a:endParaRPr>
          </a:p>
          <a:p>
            <a:r>
              <a:rPr lang="en-IN" b="1" dirty="0">
                <a:solidFill>
                  <a:schemeClr val="bg1"/>
                </a:solidFill>
              </a:rPr>
              <a:t>Tech Stack:-</a:t>
            </a:r>
            <a:endParaRPr lang="en-IN" dirty="0">
              <a:solidFill>
                <a:schemeClr val="bg1"/>
              </a:solidFill>
            </a:endParaRPr>
          </a:p>
          <a:p>
            <a:r>
              <a:rPr lang="en-IN" dirty="0">
                <a:solidFill>
                  <a:schemeClr val="bg1"/>
                </a:solidFill>
              </a:rPr>
              <a:t>SQL </a:t>
            </a:r>
          </a:p>
          <a:p>
            <a:r>
              <a:rPr lang="en-IN" dirty="0">
                <a:solidFill>
                  <a:schemeClr val="bg1"/>
                </a:solidFill>
              </a:rPr>
              <a:t>Python </a:t>
            </a:r>
          </a:p>
          <a:p>
            <a:r>
              <a:rPr lang="en-IN" dirty="0">
                <a:solidFill>
                  <a:schemeClr val="bg1"/>
                </a:solidFill>
              </a:rPr>
              <a:t>Pandas </a:t>
            </a:r>
          </a:p>
          <a:p>
            <a:r>
              <a:rPr lang="en-IN" dirty="0">
                <a:solidFill>
                  <a:schemeClr val="bg1"/>
                </a:solidFill>
              </a:rPr>
              <a:t>NumPy </a:t>
            </a:r>
          </a:p>
          <a:p>
            <a:r>
              <a:rPr lang="en-IN" dirty="0">
                <a:solidFill>
                  <a:schemeClr val="bg1"/>
                </a:solidFill>
              </a:rPr>
              <a:t>Power BI </a:t>
            </a:r>
          </a:p>
          <a:p>
            <a:r>
              <a:rPr lang="en-IN" dirty="0">
                <a:solidFill>
                  <a:schemeClr val="bg1"/>
                </a:solidFill>
              </a:rPr>
              <a:t>DAX </a:t>
            </a:r>
          </a:p>
          <a:p>
            <a:r>
              <a:rPr lang="en-IN" dirty="0">
                <a:solidFill>
                  <a:schemeClr val="bg1"/>
                </a:solidFill>
              </a:rPr>
              <a:t>Excel</a:t>
            </a:r>
          </a:p>
        </p:txBody>
      </p:sp>
    </p:spTree>
    <p:extLst>
      <p:ext uri="{BB962C8B-B14F-4D97-AF65-F5344CB8AC3E}">
        <p14:creationId xmlns:p14="http://schemas.microsoft.com/office/powerpoint/2010/main" val="1618084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ECE3118-C6C8-EBB2-AE8C-608E5A71FEA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F155564D-6047-32D2-67F3-52FF97402DF8}"/>
              </a:ext>
            </a:extLst>
          </p:cNvPr>
          <p:cNvSpPr txBox="1">
            <a:spLocks noGrp="1"/>
          </p:cNvSpPr>
          <p:nvPr>
            <p:ph type="title" idx="4294967295"/>
          </p:nvPr>
        </p:nvSpPr>
        <p:spPr>
          <a:xfrm>
            <a:off x="343224" y="5945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rPr>
              <a:t>Retail Business Intelligence &amp; Sales Analytics Platform</a:t>
            </a:r>
          </a:p>
        </p:txBody>
      </p:sp>
      <p:sp>
        <p:nvSpPr>
          <p:cNvPr id="2" name="TextBox 1">
            <a:extLst>
              <a:ext uri="{FF2B5EF4-FFF2-40B4-BE49-F238E27FC236}">
                <a16:creationId xmlns:a16="http://schemas.microsoft.com/office/drawing/2014/main" id="{0229EBC6-0117-29A5-CAAC-94506DF6619B}"/>
              </a:ext>
            </a:extLst>
          </p:cNvPr>
          <p:cNvSpPr txBox="1"/>
          <p:nvPr/>
        </p:nvSpPr>
        <p:spPr>
          <a:xfrm>
            <a:off x="467360" y="1467931"/>
            <a:ext cx="10678160" cy="5632311"/>
          </a:xfrm>
          <a:prstGeom prst="rect">
            <a:avLst/>
          </a:prstGeom>
          <a:noFill/>
        </p:spPr>
        <p:txBody>
          <a:bodyPr wrap="square" rtlCol="0">
            <a:spAutoFit/>
          </a:bodyPr>
          <a:lstStyle/>
          <a:p>
            <a:r>
              <a:rPr lang="en-IN" b="1" dirty="0">
                <a:solidFill>
                  <a:schemeClr val="bg1"/>
                </a:solidFill>
              </a:rPr>
              <a:t>Dataset Information:-</a:t>
            </a:r>
          </a:p>
          <a:p>
            <a:r>
              <a:rPr lang="en-IN" dirty="0">
                <a:solidFill>
                  <a:schemeClr val="bg1"/>
                </a:solidFill>
              </a:rPr>
              <a:t>Include:-</a:t>
            </a:r>
          </a:p>
          <a:p>
            <a:endParaRPr lang="en-IN" dirty="0">
              <a:solidFill>
                <a:schemeClr val="bg1"/>
              </a:solidFill>
            </a:endParaRPr>
          </a:p>
          <a:p>
            <a:r>
              <a:rPr lang="en-IN" sz="1600" dirty="0">
                <a:solidFill>
                  <a:schemeClr val="bg1"/>
                </a:solidFill>
              </a:rPr>
              <a:t>Total Records: </a:t>
            </a:r>
            <a:r>
              <a:rPr lang="en-IN" sz="1600" b="1" dirty="0">
                <a:solidFill>
                  <a:schemeClr val="bg1"/>
                </a:solidFill>
              </a:rPr>
              <a:t>100,000</a:t>
            </a:r>
            <a:r>
              <a:rPr lang="en-IN" sz="1600" dirty="0">
                <a:solidFill>
                  <a:schemeClr val="bg1"/>
                </a:solidFill>
              </a:rPr>
              <a:t> </a:t>
            </a:r>
          </a:p>
          <a:p>
            <a:r>
              <a:rPr lang="en-IN" sz="1600" dirty="0">
                <a:solidFill>
                  <a:schemeClr val="bg1"/>
                </a:solidFill>
              </a:rPr>
              <a:t>Time Period: </a:t>
            </a:r>
            <a:r>
              <a:rPr lang="en-IN" sz="1600" b="1" dirty="0">
                <a:solidFill>
                  <a:schemeClr val="bg1"/>
                </a:solidFill>
              </a:rPr>
              <a:t>2019–2023</a:t>
            </a:r>
            <a:r>
              <a:rPr lang="en-IN" sz="1600" dirty="0">
                <a:solidFill>
                  <a:schemeClr val="bg1"/>
                </a:solidFill>
              </a:rPr>
              <a:t> </a:t>
            </a:r>
          </a:p>
          <a:p>
            <a:r>
              <a:rPr lang="en-IN" sz="1600" dirty="0">
                <a:solidFill>
                  <a:schemeClr val="bg1"/>
                </a:solidFill>
              </a:rPr>
              <a:t>Customers: </a:t>
            </a:r>
            <a:r>
              <a:rPr lang="en-IN" sz="1600" b="1" dirty="0">
                <a:solidFill>
                  <a:schemeClr val="bg1"/>
                </a:solidFill>
              </a:rPr>
              <a:t>100,000</a:t>
            </a:r>
            <a:r>
              <a:rPr lang="en-IN" sz="1600" dirty="0">
                <a:solidFill>
                  <a:schemeClr val="bg1"/>
                </a:solidFill>
              </a:rPr>
              <a:t> </a:t>
            </a:r>
          </a:p>
          <a:p>
            <a:r>
              <a:rPr lang="en-IN" sz="1600" dirty="0">
                <a:solidFill>
                  <a:schemeClr val="bg1"/>
                </a:solidFill>
              </a:rPr>
              <a:t>Products: </a:t>
            </a:r>
            <a:r>
              <a:rPr lang="en-IN" sz="1600" b="1" dirty="0">
                <a:solidFill>
                  <a:schemeClr val="bg1"/>
                </a:solidFill>
              </a:rPr>
              <a:t>100,000</a:t>
            </a:r>
            <a:r>
              <a:rPr lang="en-IN" sz="1600" dirty="0">
                <a:solidFill>
                  <a:schemeClr val="bg1"/>
                </a:solidFill>
              </a:rPr>
              <a:t> </a:t>
            </a:r>
          </a:p>
          <a:p>
            <a:r>
              <a:rPr lang="en-IN" sz="1600" dirty="0">
                <a:solidFill>
                  <a:schemeClr val="bg1"/>
                </a:solidFill>
              </a:rPr>
              <a:t>Regions: </a:t>
            </a:r>
            <a:r>
              <a:rPr lang="en-IN" sz="1600" b="1" dirty="0">
                <a:solidFill>
                  <a:schemeClr val="bg1"/>
                </a:solidFill>
              </a:rPr>
              <a:t>4</a:t>
            </a:r>
            <a:r>
              <a:rPr lang="en-IN" sz="1600" dirty="0">
                <a:solidFill>
                  <a:schemeClr val="bg1"/>
                </a:solidFill>
              </a:rPr>
              <a:t> </a:t>
            </a:r>
          </a:p>
          <a:p>
            <a:r>
              <a:rPr lang="en-IN" sz="1600" dirty="0">
                <a:solidFill>
                  <a:schemeClr val="bg1"/>
                </a:solidFill>
              </a:rPr>
              <a:t>States: </a:t>
            </a:r>
            <a:r>
              <a:rPr lang="en-IN" sz="1600" b="1" dirty="0">
                <a:solidFill>
                  <a:schemeClr val="bg1"/>
                </a:solidFill>
              </a:rPr>
              <a:t>10</a:t>
            </a:r>
            <a:r>
              <a:rPr lang="en-IN" sz="1600" dirty="0">
                <a:solidFill>
                  <a:schemeClr val="bg1"/>
                </a:solidFill>
              </a:rPr>
              <a:t> </a:t>
            </a:r>
          </a:p>
          <a:p>
            <a:r>
              <a:rPr lang="en-IN" sz="1600" dirty="0">
                <a:solidFill>
                  <a:schemeClr val="bg1"/>
                </a:solidFill>
              </a:rPr>
              <a:t>Dataset Fields</a:t>
            </a:r>
          </a:p>
          <a:p>
            <a:r>
              <a:rPr lang="en-IN" sz="1600" dirty="0">
                <a:solidFill>
                  <a:schemeClr val="bg1"/>
                </a:solidFill>
              </a:rPr>
              <a:t>Order ID </a:t>
            </a:r>
          </a:p>
          <a:p>
            <a:r>
              <a:rPr lang="en-IN" sz="1600" dirty="0">
                <a:solidFill>
                  <a:schemeClr val="bg1"/>
                </a:solidFill>
              </a:rPr>
              <a:t>Customer ID </a:t>
            </a:r>
          </a:p>
          <a:p>
            <a:r>
              <a:rPr lang="en-IN" sz="1600" dirty="0">
                <a:solidFill>
                  <a:schemeClr val="bg1"/>
                </a:solidFill>
              </a:rPr>
              <a:t>Product Name </a:t>
            </a:r>
          </a:p>
          <a:p>
            <a:r>
              <a:rPr lang="en-IN" sz="1600" dirty="0">
                <a:solidFill>
                  <a:schemeClr val="bg1"/>
                </a:solidFill>
              </a:rPr>
              <a:t>Sales </a:t>
            </a:r>
          </a:p>
          <a:p>
            <a:r>
              <a:rPr lang="en-IN" sz="1600" dirty="0">
                <a:solidFill>
                  <a:schemeClr val="bg1"/>
                </a:solidFill>
              </a:rPr>
              <a:t>Profit </a:t>
            </a:r>
          </a:p>
          <a:p>
            <a:r>
              <a:rPr lang="en-IN" sz="1600" dirty="0">
                <a:solidFill>
                  <a:schemeClr val="bg1"/>
                </a:solidFill>
              </a:rPr>
              <a:t>Quantity </a:t>
            </a:r>
          </a:p>
          <a:p>
            <a:r>
              <a:rPr lang="en-IN" sz="1600" dirty="0">
                <a:solidFill>
                  <a:schemeClr val="bg1"/>
                </a:solidFill>
              </a:rPr>
              <a:t>Discount </a:t>
            </a:r>
          </a:p>
          <a:p>
            <a:r>
              <a:rPr lang="en-IN" sz="1600" dirty="0">
                <a:solidFill>
                  <a:schemeClr val="bg1"/>
                </a:solidFill>
              </a:rPr>
              <a:t>Region </a:t>
            </a:r>
          </a:p>
          <a:p>
            <a:r>
              <a:rPr lang="en-IN" sz="1600" dirty="0">
                <a:solidFill>
                  <a:schemeClr val="bg1"/>
                </a:solidFill>
              </a:rPr>
              <a:t>State </a:t>
            </a:r>
          </a:p>
          <a:p>
            <a:r>
              <a:rPr lang="en-IN" sz="1600" dirty="0">
                <a:solidFill>
                  <a:schemeClr val="bg1"/>
                </a:solidFill>
              </a:rPr>
              <a:t>Segment </a:t>
            </a:r>
          </a:p>
          <a:p>
            <a:r>
              <a:rPr lang="en-IN" sz="1600" dirty="0">
                <a:solidFill>
                  <a:schemeClr val="bg1"/>
                </a:solidFill>
              </a:rPr>
              <a:t>Category</a:t>
            </a:r>
          </a:p>
          <a:p>
            <a:endParaRPr lang="en-IN" dirty="0">
              <a:solidFill>
                <a:schemeClr val="bg1"/>
              </a:solidFill>
            </a:endParaRPr>
          </a:p>
        </p:txBody>
      </p:sp>
    </p:spTree>
    <p:extLst>
      <p:ext uri="{BB962C8B-B14F-4D97-AF65-F5344CB8AC3E}">
        <p14:creationId xmlns:p14="http://schemas.microsoft.com/office/powerpoint/2010/main" val="258069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otal Sales 💰 ,Total Orders 📦 ,Total Customer 👥 ,Avg Order Value 💰 ,Profit Margin %🛒 ,Total Profit 📈 ,lineChart ,lineChart ,Total Sales by Category ,State By Sales ,Top 10 Product Name ,slicer ,slicer ,textbox ,shape ,image ,shape ,shape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Executive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ustomer Count ,Avg Profit Per Customer ,Avg Sales Per Customer ,slicer ,slicer ,textbox ,image ,shape ,shape ,shape ,shape ,donutChart ,Top 10 Sales by Customer Name ,Total Sales Distribution By Customer .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Customer Dashboard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otal Products ,Total Quantity ,slicer ,textbox ,shape ,image ,shape ,shape ,shape ,Top 5 Sales By Product Name ,Buttom 5 Sales By Product Name ,Total Profit by Category ,Total Quantity by Sub-Category ,Sum of Discoun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otal State ,Total Region ,Total Sales By State ,Total Sales By State ,slicer ,textbox ,shape ,image ,shape ,shape ,shape ,Total Sales by Region ,columnChart ,donut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Regional Dashboard</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TotalTime>
  <Words>494</Words>
  <Application>Microsoft Office PowerPoint</Application>
  <PresentationFormat>Widescreen</PresentationFormat>
  <Paragraphs>223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Segoe UI Light</vt:lpstr>
      <vt:lpstr>Custom Design</vt:lpstr>
      <vt:lpstr>Retail Business Intelligence &amp; Sales Analytics Platform</vt:lpstr>
      <vt:lpstr>Retail Business Intelligence &amp; Sales Analytics Platform</vt:lpstr>
      <vt:lpstr>Retail Business Intelligence &amp; Sales Analytics Platform</vt:lpstr>
      <vt:lpstr>Executive Dashboard</vt:lpstr>
      <vt:lpstr>Customer Dashboard</vt:lpstr>
      <vt:lpstr>Product Dashboard</vt:lpstr>
      <vt:lpstr>Regional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Sumit Kumar</cp:lastModifiedBy>
  <cp:revision>5</cp:revision>
  <dcterms:created xsi:type="dcterms:W3CDTF">2016-09-04T11:54:55Z</dcterms:created>
  <dcterms:modified xsi:type="dcterms:W3CDTF">2026-07-14T19:57:48Z</dcterms:modified>
</cp:coreProperties>
</file>